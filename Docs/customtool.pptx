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6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48A0E2-9F84-4DF9-A8F2-3A3EB9BFF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76C1A31-042D-4AE7-B86C-EECC1274E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DE8C9A-5A54-485B-8B1C-1A046AEB5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A6A9-F5AA-4E52-9757-FE146775E1B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22F7DC-1EDA-4A75-AE3E-12841975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59C5E0-3F73-4C3D-A51C-BCBE70EE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853-FCE9-479B-BE5F-812DB9666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71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2314D4-5C41-4A85-A78F-D1AF6D6A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CE59B1-BB9E-4921-BBF4-DAFA72B16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A4073B-7A50-417C-8475-8D4C9486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A6A9-F5AA-4E52-9757-FE146775E1B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607D08-0470-4C95-9B31-6B3E894BB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789200-BE10-49BD-A40A-5108FC06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853-FCE9-479B-BE5F-812DB9666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35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730A0C-18CF-47C3-BEB3-A8ED3DCCB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FF6CFC-38BC-4374-BA30-68F4726F4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B532A3-AA86-4479-AFD8-307D4D42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A6A9-F5AA-4E52-9757-FE146775E1B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54DB6A-9B67-4A06-9CCC-415D74B98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0D101B-5F2C-4C0E-86D0-B935D2773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853-FCE9-479B-BE5F-812DB9666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1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7E7BFA-515B-4904-9A73-75246D1F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2C55D1-10A1-4BFD-B801-4186B86F9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A9606C-408E-4F0C-8995-509A72C63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877034-48A8-4510-A8E6-9A72639DF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A6A9-F5AA-4E52-9757-FE146775E1B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A92C7A-A977-4231-AC93-0A96E000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E5A45D-9425-4077-824B-F110A190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853-FCE9-479B-BE5F-812DB9666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83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DD165D-01D0-458B-A2CA-39B75CF5F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075582-28A6-4906-83B4-9981851AD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9061F5-1512-41A6-88E6-003AEF006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4D0E16-ADB0-45A6-8B9B-2DB8B04A5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134772-6B0C-4E08-B13E-CFA9E0421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84ACF3B-AD75-480C-9102-7C5F003B6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A6A9-F5AA-4E52-9757-FE146775E1B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9AEAA07-FCDD-473E-AD66-D1D91D16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B76BC21-9CC3-4DB7-98A2-FF96BAB7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853-FCE9-479B-BE5F-812DB9666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8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0C7414-0668-44DE-A4F6-527479B0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1DB8DD3-47E8-4791-8A4E-E22245BA3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A6A9-F5AA-4E52-9757-FE146775E1B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B9A9481-A50D-4A38-8F5A-771782E09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9D8AEC-212F-402D-826C-1B6C3156F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853-FCE9-479B-BE5F-812DB9666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30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043019F-3A4A-4BB0-95C8-06DD5EE6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A6A9-F5AA-4E52-9757-FE146775E1B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15EC98B-B85A-4003-9D83-7B942698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258E3E-5D66-4735-8733-5399A4B5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853-FCE9-479B-BE5F-812DB9666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20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698B67-6E5B-4B0E-8D74-12DE58F56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7BC031-4F96-4684-BC5B-DC264A139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B9789C-AD85-4823-B5E3-28194D917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816B8F-B318-462E-BCE3-F37F39AC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A6A9-F5AA-4E52-9757-FE146775E1B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5E15A8-74F5-4773-B023-C22C104E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32D2E2-1228-407C-A031-298F8137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853-FCE9-479B-BE5F-812DB9666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256EAC-E7B8-4A6D-AA55-F61D6FBE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9FC56FC-332E-42DC-8ECF-4DE06E6B6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24CD79-ECCD-4FAF-9267-ADC6245DB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5CBEE6-2993-4664-83C5-C872C6F26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A6A9-F5AA-4E52-9757-FE146775E1B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55A67D-058C-47FC-9B05-90FF9D709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5D9323A-3796-4AB1-BAD2-96144FF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853-FCE9-479B-BE5F-812DB9666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93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7B7FD2-BD8F-4245-B1F4-BC21CE24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C10BC33-7F16-4C25-AD31-F3AD66608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0D1DCF-E88D-45BD-9295-BBCCF99B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A6A9-F5AA-4E52-9757-FE146775E1B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BF1001-3E1A-4760-B7BA-1F050F2FE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CA5F92-7E86-41D3-B37B-C42E1F968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853-FCE9-479B-BE5F-812DB9666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1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5B9862E-2666-4F9E-AA00-E8724E46B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BF9C5C4-76A8-4C7F-9B8C-E515C6A5A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107F81-0CAA-4F8B-B215-E0370BBD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A6A9-F5AA-4E52-9757-FE146775E1B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7B6D5E-F702-47FF-957C-F0211C09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8B08EA-A866-4F31-ABFF-57798713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CF853-FCE9-479B-BE5F-812DB9666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49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AD26A90-B0BD-4397-89A0-06F34041E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DC10FF-9F27-4E33-A41D-A50F576CF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C51F40-CFDF-415D-A325-B912798B38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DA6A9-F5AA-4E52-9757-FE146775E1B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14CF22-800A-41AA-BB35-4CA661E6A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8257F3-68FC-4C8B-A071-6EEC64833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CF853-FCE9-479B-BE5F-812DB9666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8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EF8325A0-D273-46C3-8FBD-5F0C1FD6B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665827"/>
              </p:ext>
            </p:extLst>
          </p:nvPr>
        </p:nvGraphicFramePr>
        <p:xfrm>
          <a:off x="9244949" y="489925"/>
          <a:ext cx="2826401" cy="5742524"/>
        </p:xfrm>
        <a:graphic>
          <a:graphicData uri="http://schemas.openxmlformats.org/drawingml/2006/table">
            <a:tbl>
              <a:tblPr firstRow="1" bandRow="1"/>
              <a:tblGrid>
                <a:gridCol w="800751">
                  <a:extLst>
                    <a:ext uri="{9D8B030D-6E8A-4147-A177-3AD203B41FA5}">
                      <a16:colId xmlns:a16="http://schemas.microsoft.com/office/drawing/2014/main" val="619559370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42912299"/>
                    </a:ext>
                  </a:extLst>
                </a:gridCol>
              </a:tblGrid>
              <a:tr h="303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Slot No.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Source Mod </a:t>
                      </a:r>
                      <a:r>
                        <a:rPr lang="en-US" sz="1050" dirty="0"/>
                        <a:t>Name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92906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657926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355615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684600"/>
                  </a:ext>
                </a:extLst>
              </a:tr>
              <a:tr h="22033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693547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947479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03800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334454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931612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609203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591221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927721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47444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13011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663812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04543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376FBAD-82E8-49A2-B812-C27D71232ED8}"/>
              </a:ext>
            </a:extLst>
          </p:cNvPr>
          <p:cNvSpPr txBox="1"/>
          <p:nvPr/>
        </p:nvSpPr>
        <p:spPr>
          <a:xfrm>
            <a:off x="9638812" y="63500"/>
            <a:ext cx="2831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My Custom Collection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FA9B6564-CD30-4871-A313-BD4ABF2C5FAB}"/>
              </a:ext>
            </a:extLst>
          </p:cNvPr>
          <p:cNvSpPr/>
          <p:nvPr/>
        </p:nvSpPr>
        <p:spPr>
          <a:xfrm>
            <a:off x="8681423" y="2133356"/>
            <a:ext cx="509957" cy="38060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" name="表 6">
            <a:extLst>
              <a:ext uri="{FF2B5EF4-FFF2-40B4-BE49-F238E27FC236}">
                <a16:creationId xmlns:a16="http://schemas.microsoft.com/office/drawing/2014/main" id="{556B6773-F4CA-47FA-AE50-6AC939AFC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105825"/>
              </p:ext>
            </p:extLst>
          </p:nvPr>
        </p:nvGraphicFramePr>
        <p:xfrm>
          <a:off x="7820106" y="521675"/>
          <a:ext cx="800751" cy="5681564"/>
        </p:xfrm>
        <a:graphic>
          <a:graphicData uri="http://schemas.openxmlformats.org/drawingml/2006/table">
            <a:tbl>
              <a:tblPr firstRow="1" bandRow="1"/>
              <a:tblGrid>
                <a:gridCol w="800751">
                  <a:extLst>
                    <a:ext uri="{9D8B030D-6E8A-4147-A177-3AD203B41FA5}">
                      <a16:colId xmlns:a16="http://schemas.microsoft.com/office/drawing/2014/main" val="619559370"/>
                    </a:ext>
                  </a:extLst>
                </a:gridCol>
              </a:tblGrid>
              <a:tr h="303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Slot No.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92906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657926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355615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684600"/>
                  </a:ext>
                </a:extLst>
              </a:tr>
              <a:tr h="22033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693547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947479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03800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334454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931612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609203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591221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927721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47444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13011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663812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04543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C2B4497-3F62-4FA8-BBE6-409BFA3874B9}"/>
              </a:ext>
            </a:extLst>
          </p:cNvPr>
          <p:cNvSpPr txBox="1"/>
          <p:nvPr/>
        </p:nvSpPr>
        <p:spPr>
          <a:xfrm>
            <a:off x="6095512" y="95250"/>
            <a:ext cx="2831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“Selected Mod Name”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1A2D5E1-2299-4C9B-84A9-654A604ABEE8}"/>
              </a:ext>
            </a:extLst>
          </p:cNvPr>
          <p:cNvSpPr txBox="1"/>
          <p:nvPr/>
        </p:nvSpPr>
        <p:spPr>
          <a:xfrm>
            <a:off x="266212" y="98669"/>
            <a:ext cx="2831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 List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BB95A0D-7D4C-4AFA-B78D-881FBF9C6AC2}"/>
              </a:ext>
            </a:extLst>
          </p:cNvPr>
          <p:cNvCxnSpPr/>
          <p:nvPr/>
        </p:nvCxnSpPr>
        <p:spPr>
          <a:xfrm>
            <a:off x="5422900" y="307731"/>
            <a:ext cx="0" cy="63309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表 6">
            <a:extLst>
              <a:ext uri="{FF2B5EF4-FFF2-40B4-BE49-F238E27FC236}">
                <a16:creationId xmlns:a16="http://schemas.microsoft.com/office/drawing/2014/main" id="{32960158-7078-411C-B867-DE4A8CE42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985546"/>
              </p:ext>
            </p:extLst>
          </p:nvPr>
        </p:nvGraphicFramePr>
        <p:xfrm>
          <a:off x="227948" y="569544"/>
          <a:ext cx="4896502" cy="5687174"/>
        </p:xfrm>
        <a:graphic>
          <a:graphicData uri="http://schemas.openxmlformats.org/drawingml/2006/table">
            <a:tbl>
              <a:tblPr firstRow="1" bandRow="1"/>
              <a:tblGrid>
                <a:gridCol w="1491905">
                  <a:extLst>
                    <a:ext uri="{9D8B030D-6E8A-4147-A177-3AD203B41FA5}">
                      <a16:colId xmlns:a16="http://schemas.microsoft.com/office/drawing/2014/main" val="1361901278"/>
                    </a:ext>
                  </a:extLst>
                </a:gridCol>
                <a:gridCol w="953497">
                  <a:extLst>
                    <a:ext uri="{9D8B030D-6E8A-4147-A177-3AD203B41FA5}">
                      <a16:colId xmlns:a16="http://schemas.microsoft.com/office/drawing/2014/main" val="874342850"/>
                    </a:ext>
                  </a:extLst>
                </a:gridCol>
                <a:gridCol w="2451100">
                  <a:extLst>
                    <a:ext uri="{9D8B030D-6E8A-4147-A177-3AD203B41FA5}">
                      <a16:colId xmlns:a16="http://schemas.microsoft.com/office/drawing/2014/main" val="42912299"/>
                    </a:ext>
                  </a:extLst>
                </a:gridCol>
              </a:tblGrid>
              <a:tr h="39532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Image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Mod Name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xxxx</a:t>
                      </a:r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313998"/>
                  </a:ext>
                </a:extLst>
              </a:tr>
              <a:tr h="37798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Description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xxxx</a:t>
                      </a:r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27789"/>
                  </a:ext>
                </a:extLst>
              </a:tr>
              <a:tr h="37798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Author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xxx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374649"/>
                  </a:ext>
                </a:extLst>
              </a:tr>
              <a:tr h="37798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Image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Mod Name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xxxx</a:t>
                      </a:r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602880"/>
                  </a:ext>
                </a:extLst>
              </a:tr>
              <a:tr h="37798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Description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xxxx</a:t>
                      </a:r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828156"/>
                  </a:ext>
                </a:extLst>
              </a:tr>
              <a:tr h="37798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Author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xxx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806673"/>
                  </a:ext>
                </a:extLst>
              </a:tr>
              <a:tr h="37798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Image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226952"/>
                  </a:ext>
                </a:extLst>
              </a:tr>
              <a:tr h="37798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Description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xxxx</a:t>
                      </a:r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361324"/>
                  </a:ext>
                </a:extLst>
              </a:tr>
              <a:tr h="37798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Author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xxx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446857"/>
                  </a:ext>
                </a:extLst>
              </a:tr>
              <a:tr h="37798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Image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Mod Name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xxxx</a:t>
                      </a:r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773328"/>
                  </a:ext>
                </a:extLst>
              </a:tr>
              <a:tr h="37798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Description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xxxx</a:t>
                      </a:r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057256"/>
                  </a:ext>
                </a:extLst>
              </a:tr>
              <a:tr h="37798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Author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xxx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944016"/>
                  </a:ext>
                </a:extLst>
              </a:tr>
              <a:tr h="37798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Image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Mod Name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xxxx</a:t>
                      </a:r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206119"/>
                  </a:ext>
                </a:extLst>
              </a:tr>
              <a:tr h="37798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Description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xxxx</a:t>
                      </a:r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77759"/>
                  </a:ext>
                </a:extLst>
              </a:tr>
              <a:tr h="37798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Author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xxx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589305"/>
                  </a:ext>
                </a:extLst>
              </a:tr>
            </a:tbl>
          </a:graphicData>
        </a:graphic>
      </p:graphicFrame>
      <p:graphicFrame>
        <p:nvGraphicFramePr>
          <p:cNvPr id="18" name="表 6">
            <a:extLst>
              <a:ext uri="{FF2B5EF4-FFF2-40B4-BE49-F238E27FC236}">
                <a16:creationId xmlns:a16="http://schemas.microsoft.com/office/drawing/2014/main" id="{51EED0E9-D9F4-46FF-8DE3-E23F9DFF3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046684"/>
              </p:ext>
            </p:extLst>
          </p:nvPr>
        </p:nvGraphicFramePr>
        <p:xfrm>
          <a:off x="5460837" y="464037"/>
          <a:ext cx="1353201" cy="5742195"/>
        </p:xfrm>
        <a:graphic>
          <a:graphicData uri="http://schemas.openxmlformats.org/drawingml/2006/table">
            <a:tbl>
              <a:tblPr firstRow="1" bandRow="1"/>
              <a:tblGrid>
                <a:gridCol w="699151">
                  <a:extLst>
                    <a:ext uri="{9D8B030D-6E8A-4147-A177-3AD203B41FA5}">
                      <a16:colId xmlns:a16="http://schemas.microsoft.com/office/drawing/2014/main" val="619559370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3369905834"/>
                    </a:ext>
                  </a:extLst>
                </a:gridCol>
              </a:tblGrid>
              <a:tr h="3637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Character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657926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AKI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355615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Alex</a:t>
                      </a: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684600"/>
                  </a:ext>
                </a:extLst>
              </a:tr>
              <a:tr h="22033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Akuma</a:t>
                      </a:r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693547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947479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03800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334454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931612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609203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591221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927721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47444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813011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663812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04543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22510"/>
                  </a:ext>
                </a:extLst>
              </a:tr>
            </a:tbl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0FBC529-403C-4DAA-B5E2-378156935C89}"/>
              </a:ext>
            </a:extLst>
          </p:cNvPr>
          <p:cNvSpPr txBox="1"/>
          <p:nvPr/>
        </p:nvSpPr>
        <p:spPr>
          <a:xfrm>
            <a:off x="10242550" y="6359769"/>
            <a:ext cx="1009651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Save As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D142C3C-8010-42C6-AE60-E61E497E7FAB}"/>
              </a:ext>
            </a:extLst>
          </p:cNvPr>
          <p:cNvSpPr txBox="1"/>
          <p:nvPr/>
        </p:nvSpPr>
        <p:spPr>
          <a:xfrm>
            <a:off x="11321563" y="6347069"/>
            <a:ext cx="718038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Save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29AC338-43D4-433B-949B-0149CA96600B}"/>
              </a:ext>
            </a:extLst>
          </p:cNvPr>
          <p:cNvSpPr txBox="1"/>
          <p:nvPr/>
        </p:nvSpPr>
        <p:spPr>
          <a:xfrm>
            <a:off x="9398000" y="6340719"/>
            <a:ext cx="742951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Load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34AECC3-EE5B-45FF-92F5-003107BA325A}"/>
              </a:ext>
            </a:extLst>
          </p:cNvPr>
          <p:cNvSpPr txBox="1"/>
          <p:nvPr/>
        </p:nvSpPr>
        <p:spPr>
          <a:xfrm>
            <a:off x="2266462" y="95250"/>
            <a:ext cx="2831123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Search</a:t>
            </a:r>
          </a:p>
        </p:txBody>
      </p:sp>
      <p:graphicFrame>
        <p:nvGraphicFramePr>
          <p:cNvPr id="15" name="表 6">
            <a:extLst>
              <a:ext uri="{FF2B5EF4-FFF2-40B4-BE49-F238E27FC236}">
                <a16:creationId xmlns:a16="http://schemas.microsoft.com/office/drawing/2014/main" id="{D1078F00-8709-4E06-90D0-A5C1B676A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120984"/>
              </p:ext>
            </p:extLst>
          </p:nvPr>
        </p:nvGraphicFramePr>
        <p:xfrm>
          <a:off x="6929153" y="515814"/>
          <a:ext cx="800751" cy="2043674"/>
        </p:xfrm>
        <a:graphic>
          <a:graphicData uri="http://schemas.openxmlformats.org/drawingml/2006/table">
            <a:tbl>
              <a:tblPr firstRow="1" bandRow="1"/>
              <a:tblGrid>
                <a:gridCol w="800751">
                  <a:extLst>
                    <a:ext uri="{9D8B030D-6E8A-4147-A177-3AD203B41FA5}">
                      <a16:colId xmlns:a16="http://schemas.microsoft.com/office/drawing/2014/main" val="619559370"/>
                    </a:ext>
                  </a:extLst>
                </a:gridCol>
              </a:tblGrid>
              <a:tr h="303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Costume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92906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657926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355615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684600"/>
                  </a:ext>
                </a:extLst>
              </a:tr>
              <a:tr h="22033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693547"/>
                  </a:ext>
                </a:extLst>
              </a:tr>
              <a:tr h="3637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36000" marR="36000" marT="36000" marB="360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94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520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383838"/>
      </a:dk1>
      <a:lt1>
        <a:sysClr val="window" lastClr="C0C0C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101</Words>
  <Application>Microsoft Office PowerPoint</Application>
  <PresentationFormat>ワイド画面</PresentationFormat>
  <Paragraphs>83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Edit</dc:creator>
  <cp:lastModifiedBy>Edit</cp:lastModifiedBy>
  <cp:revision>7</cp:revision>
  <dcterms:created xsi:type="dcterms:W3CDTF">2026-06-03T07:00:22Z</dcterms:created>
  <dcterms:modified xsi:type="dcterms:W3CDTF">2026-06-03T07:47:40Z</dcterms:modified>
</cp:coreProperties>
</file>